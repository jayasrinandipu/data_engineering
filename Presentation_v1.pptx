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66" r:id="rId14"/>
    <p:sldId id="282" r:id="rId15"/>
    <p:sldId id="267" r:id="rId16"/>
    <p:sldId id="268" r:id="rId17"/>
    <p:sldId id="272" r:id="rId18"/>
    <p:sldId id="269" r:id="rId19"/>
    <p:sldId id="270" r:id="rId20"/>
    <p:sldId id="273" r:id="rId21"/>
    <p:sldId id="274" r:id="rId22"/>
    <p:sldId id="277" r:id="rId23"/>
    <p:sldId id="279" r:id="rId24"/>
    <p:sldId id="284" r:id="rId25"/>
    <p:sldId id="280" r:id="rId26"/>
    <p:sldId id="281" r:id="rId27"/>
    <p:sldId id="28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4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B5929-EE6F-4076-91C8-B1085AEA160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E689D-5186-4660-8E68-F1492783E502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22.jpeg"/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image" Target="../media/image19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6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Relationship Id="rId3" Type="http://schemas.openxmlformats.org/officeDocument/2006/relationships/image" Target="../media/image30.jpeg"/><Relationship Id="rId2" Type="http://schemas.openxmlformats.org/officeDocument/2006/relationships/image" Target="../media/image29.jpeg"/><Relationship Id="rId1" Type="http://schemas.openxmlformats.org/officeDocument/2006/relationships/image" Target="../media/image28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jpeg"/><Relationship Id="rId3" Type="http://schemas.openxmlformats.org/officeDocument/2006/relationships/image" Target="../media/image35.jpeg"/><Relationship Id="rId2" Type="http://schemas.openxmlformats.org/officeDocument/2006/relationships/image" Target="../media/image34.jpeg"/><Relationship Id="rId1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0" y="365125"/>
            <a:ext cx="10515600" cy="1325563"/>
          </a:xfrm>
        </p:spPr>
        <p:txBody>
          <a:bodyPr/>
          <a:lstStyle/>
          <a:p>
            <a:r>
              <a:rPr lang="en-IN" dirty="0"/>
              <a:t>My History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Generation-1:Grand Father’s -Pots &amp; Business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Image result for poter work"/>
          <p:cNvPicPr>
            <a:picLocks noGrp="1" noChangeAspect="1" noChangeArrowheads="1"/>
          </p:cNvPicPr>
          <p:nvPr>
            <p:ph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95" y="1420101"/>
            <a:ext cx="3286125" cy="2438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poter wor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020" y="3669840"/>
            <a:ext cx="3103982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Vastu Tips: Placing earthen pot filled with water in the north direction is  auspicious | Vastu News – India T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0020" y="1420101"/>
            <a:ext cx="4301414" cy="22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earthen water pots for drinking water | Clay water pot with Tap - YouTub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002" y="3676813"/>
            <a:ext cx="4361674" cy="2235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Generation-2: Construction Managers &amp; Construction items Business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Image result for pakka hous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6713" y="4075799"/>
            <a:ext cx="2867025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mage result for flats ren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67127" y="1712076"/>
            <a:ext cx="3387012" cy="2270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Image result for construction item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3738" y="4123607"/>
            <a:ext cx="2895600" cy="222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Image result for construction item 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018" y="1605813"/>
            <a:ext cx="3843909" cy="239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4" name="Picture 16" descr="Image result for cement varalu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2691" y="1534426"/>
            <a:ext cx="3074436" cy="263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Generation-3: Present: Software, Marketing &amp; Teaching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Image result for software enginee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481" y="3866891"/>
            <a:ext cx="4257675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software engine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474" y="1555199"/>
            <a:ext cx="3571875" cy="2238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marketi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4481" y="1572770"/>
            <a:ext cx="4257675" cy="2283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For the love of teaching | Cities News,The Indian Expres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944" y="3793574"/>
            <a:ext cx="3704934" cy="2055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Program-Roles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1146110" y="1862948"/>
            <a:ext cx="10515600" cy="4351338"/>
          </a:xfrm>
        </p:spPr>
        <p:txBody>
          <a:bodyPr/>
          <a:lstStyle/>
          <a:p>
            <a:r>
              <a:rPr lang="en-IN" dirty="0"/>
              <a:t>Data Scientist</a:t>
            </a:r>
            <a:endParaRPr lang="en-IN" dirty="0"/>
          </a:p>
          <a:p>
            <a:r>
              <a:rPr lang="en-IN" dirty="0"/>
              <a:t>Data Engineer</a:t>
            </a:r>
            <a:endParaRPr lang="en-IN" dirty="0"/>
          </a:p>
          <a:p>
            <a:r>
              <a:rPr lang="en-IN" dirty="0"/>
              <a:t>Data Analyst</a:t>
            </a:r>
            <a:endParaRPr lang="en-IN" dirty="0"/>
          </a:p>
          <a:p>
            <a:r>
              <a:rPr lang="en-IN" dirty="0"/>
              <a:t>Cloud Engineer </a:t>
            </a:r>
            <a:endParaRPr lang="en-IN" dirty="0"/>
          </a:p>
          <a:p>
            <a:r>
              <a:rPr lang="en-IN" dirty="0"/>
              <a:t>DevOps Engineer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104" name="Picture 8" descr="What are the prerequisite skills required to become a data scientist in  2019? | 7wDat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212" y="1690688"/>
            <a:ext cx="4762500" cy="2533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 descr="Challenges faced by businesses in adopting Machine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2712" y="2871300"/>
            <a:ext cx="5040735" cy="2895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Engineering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24" name="Picture 4" descr="What Is Data Engineering and Is It Right for You? – Real Python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823" y="3303036"/>
            <a:ext cx="5904334" cy="3306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op 10 Data Engineering Tools You Must Explore in 20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6157" y="3303036"/>
            <a:ext cx="5315370" cy="3306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Practical data engineering concepts and skill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8259" y="1690688"/>
            <a:ext cx="3028950" cy="1612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146" name="Picture 2" descr="Data Analytics: What It Is, How It's Used, and 4 Basic Technique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012" y="3538537"/>
            <a:ext cx="3894594" cy="2591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What is Data Analysis? Know Data Analysis Skills, Career Path, Eligibility  &amp; Courses | Naukri Learni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362" y="3538537"/>
            <a:ext cx="3676650" cy="251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What Is the Data Analysis Process? 5 Key Steps to Follow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8362" y="1595536"/>
            <a:ext cx="2914650" cy="1943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Employee Data Analysi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987" y="1595535"/>
            <a:ext cx="3381375" cy="1833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170" name="Picture 2" descr="DevOps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38" y="2951465"/>
            <a:ext cx="2981325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4" name="Picture 6" descr="Nissan Intelligent Factory in Tochigi | Japanese Car Manufacturing - YouTub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" y="1690688"/>
            <a:ext cx="3713347" cy="22049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6" name="Picture 8" descr="Auto manufacturing is changing: how South Africa can adjust to protect  workers and job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" y="3895658"/>
            <a:ext cx="3713347" cy="266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8" name="Picture 10" descr="Car showroom &quot;SHAHR KHODRO&quot; interior on Beh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373" y="1790188"/>
            <a:ext cx="3522114" cy="2322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80" name="Picture 12" descr="Designing a luxury car showroom - Apollo Interiors Apollo Interio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5373" y="4112741"/>
            <a:ext cx="3522114" cy="2343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515" y="606570"/>
            <a:ext cx="10515600" cy="1325563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Free  No Payment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658970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Programming Language  20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CICD  Continue integration and continuous Deployment 5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Git File storage repository 5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OS  Operating system(Windows/Linux/Ubuntu) 5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Cloud    (AWS/Azure/GCP)  5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Others  5 Days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Overall 45 Days( 20+5+5+5+5+5)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42" name="Picture 2" descr="Programming language - Wikipedia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1777" y="1497600"/>
            <a:ext cx="2154650" cy="678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Pipelines - SIS Gmb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8507" y="2039937"/>
            <a:ext cx="1836952" cy="1222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Cloud File Storage Can Be a Shadow Threa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6750" y="2596436"/>
            <a:ext cx="1836952" cy="87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8" name="Picture 8" descr="9.1. Operating Systems — CS160 Reader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9962" y="3939705"/>
            <a:ext cx="2367955" cy="1298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0" name="Picture 10" descr="567 Freebie Stock Photos - Free &amp; Royalty-Free Stock Photos from Dreamstim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6410" y="184910"/>
            <a:ext cx="2609850" cy="1325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Training Method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Hour Video Watch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Hour practise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Hour Assignment work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Maximum 3 hours per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45 days 135 hours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1 hour per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 45 days 45 hours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Weekly two days connect with trainer (Wends day &amp; Fri day)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Doubts clarification –same day or next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results – same day or next day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Note: Tracking is on and available as chart &amp; reports.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+12(intermediate) completed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Degree/ Any Engineering/Any graduation and above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previous experience required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previous experience advantages added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Dependence on Higher Education advantages added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Pre-Project Assignment/Apprentice/Shadow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payable –5000/- per month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understanding of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 work assignment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timings 8 hours (includes breaks &amp; Lunch)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2pm-10 pm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Shift2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9am -5pm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Note: Time Limit 1 month only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218" name="Picture 2" descr="Accounts Payable (AP) | Example of Accounts Payable - Fincash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5871" y="1311442"/>
            <a:ext cx="1364299" cy="11611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2" name="Picture 6" descr="One red apple and a half stock photo. Image of nature - 910272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7669" y="1553449"/>
            <a:ext cx="2495550" cy="1838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Types of Shift Work | DNA HR CAPITAL SDN BH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1448" y="3022243"/>
            <a:ext cx="2600325" cy="1762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6" name="Picture 10" descr="Maximum Time Limit for Disposal of Various Types of Cases as per Office  Procedure (MoP) | PO Tool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541" y="4730750"/>
            <a:ext cx="2886075" cy="158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Assignment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Its payable –10000/- per month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 understanding of project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week project &amp; tasks explanation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Second week project tasks solution discussion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Third week project task assignment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Fourth week individual contribution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on project related work, Tools &amp; Domain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timings 8 hours (includes breaks &amp; Lunch)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2pm-10 pm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Shift2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9am -5pm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  <a:sym typeface="Wingdings" panose="05000000000000000000" pitchFamily="2" charset="2"/>
            </a:endParaRPr>
          </a:p>
          <a:p>
            <a:pPr marL="457200" lvl="1" indent="0">
              <a:buNone/>
            </a:pPr>
            <a:r>
              <a:rPr lang="en-IN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Note: No limit for the project duration. Till one year from join date same pay applicable.</a:t>
            </a:r>
            <a:endParaRPr lang="en-IN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skills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Free training on software industry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Realtime Project experience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Personally and professionally growth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Duration is short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unavailability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ram down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budget cross cutting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 issues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Taken Care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month half payment payable.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availability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information and practise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in project ASAP.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938338"/>
            <a:ext cx="10515600" cy="4351337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 of people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area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culture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 descr="People Development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873" y="3457332"/>
            <a:ext cx="4728192" cy="259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4 P's of People Development - HeadStrongPerformanc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5065" y="3457332"/>
            <a:ext cx="4061245" cy="2596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8" name="Picture 6" descr="5 Essentials for Developing People - People Development Network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9336" y="1062349"/>
            <a:ext cx="4326973" cy="2366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Team </a:t>
            </a:r>
            <a:r>
              <a:rPr lang="en-IN" dirty="0">
                <a:sym typeface="Wingdings" panose="05000000000000000000" pitchFamily="2" charset="2"/>
              </a:rPr>
              <a:t> 1 Year of Journey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53143" y="1959429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819331" y="1959428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985519" y="1959428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53143" y="5066522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1. Bhavani K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819331" y="5057289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2. Arifa A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985519" y="5066522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3. Anwar A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Team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53143" y="1959429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819331" y="1959428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6985519" y="1959428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53143" y="5066522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4. AleemPasha A</a:t>
            </a:r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3819331" y="5057289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5. Salam A</a:t>
            </a:r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985519" y="5066522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6. Sireesha V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My Team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653143" y="1959429"/>
            <a:ext cx="2099388" cy="30137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653143" y="5066522"/>
            <a:ext cx="2099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7. </a:t>
            </a:r>
            <a:r>
              <a:rPr lang="en-IN" dirty="0" err="1"/>
              <a:t>Liyakhath</a:t>
            </a:r>
            <a:r>
              <a:rPr lang="en-IN" dirty="0"/>
              <a:t> M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Deployed &amp; Running status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Deployed 7 member in project</a:t>
            </a:r>
            <a:endParaRPr lang="en-IN" dirty="0"/>
          </a:p>
          <a:p>
            <a:r>
              <a:rPr lang="en-IN" dirty="0"/>
              <a:t>4 member are in Running status</a:t>
            </a:r>
            <a:endParaRPr lang="en-IN" dirty="0"/>
          </a:p>
          <a:p>
            <a:r>
              <a:rPr lang="en-IN" dirty="0"/>
              <a:t>3 members are in hold status </a:t>
            </a:r>
            <a:r>
              <a:rPr lang="en-IN" dirty="0">
                <a:sym typeface="Wingdings" panose="05000000000000000000" pitchFamily="2" charset="2"/>
              </a:rPr>
              <a:t> </a:t>
            </a:r>
            <a:r>
              <a:rPr lang="en-IN" dirty="0"/>
              <a:t>Due to their personals</a:t>
            </a:r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449" y="2231248"/>
            <a:ext cx="10515600" cy="1325563"/>
          </a:xfrm>
        </p:spPr>
        <p:txBody>
          <a:bodyPr/>
          <a:lstStyle/>
          <a:p>
            <a:r>
              <a:rPr lang="en-IN" dirty="0"/>
              <a:t>Team Experience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Its business</a:t>
            </a:r>
            <a:endParaRPr lang="en-IN" dirty="0"/>
          </a:p>
          <a:p>
            <a:r>
              <a:rPr lang="en-IN" dirty="0"/>
              <a:t>Its for revenge</a:t>
            </a:r>
            <a:endParaRPr lang="en-IN" dirty="0"/>
          </a:p>
          <a:p>
            <a:r>
              <a:rPr lang="en-IN" dirty="0"/>
              <a:t>Its for name and fame</a:t>
            </a:r>
            <a:endParaRPr lang="en-IN" dirty="0"/>
          </a:p>
          <a:p>
            <a:r>
              <a:rPr lang="en-IN" dirty="0"/>
              <a:t>Its publicity</a:t>
            </a:r>
            <a:endParaRPr lang="en-IN" dirty="0"/>
          </a:p>
          <a:p>
            <a:r>
              <a:rPr lang="en-IN" dirty="0"/>
              <a:t>Its development</a:t>
            </a:r>
            <a:endParaRPr lang="en-IN" dirty="0"/>
          </a:p>
          <a:p>
            <a:r>
              <a:rPr lang="en-IN" dirty="0"/>
              <a:t>Wasting money</a:t>
            </a:r>
            <a:endParaRPr lang="en-IN" dirty="0"/>
          </a:p>
          <a:p>
            <a:r>
              <a:rPr lang="en-IN" dirty="0"/>
              <a:t>Wasting time</a:t>
            </a:r>
            <a:endParaRPr lang="en-IN" dirty="0"/>
          </a:p>
          <a:p>
            <a:r>
              <a:rPr lang="en-IN" dirty="0"/>
              <a:t>Some other activity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651171" y="4405280"/>
            <a:ext cx="10515600" cy="1325563"/>
          </a:xfrm>
        </p:spPr>
        <p:txBody>
          <a:bodyPr/>
          <a:lstStyle/>
          <a:p>
            <a:r>
              <a:rPr lang="en-IN" dirty="0"/>
              <a:t>Thank you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2720</Words>
  <Application>WPS Presentation</Application>
  <PresentationFormat>Widescreen</PresentationFormat>
  <Paragraphs>183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SimSun</vt:lpstr>
      <vt:lpstr>Wingdings</vt:lpstr>
      <vt:lpstr>Times New Roman</vt:lpstr>
      <vt:lpstr>Calibri Light</vt:lpstr>
      <vt:lpstr>Microsoft YaHei</vt:lpstr>
      <vt:lpstr>Arial Unicode MS</vt:lpstr>
      <vt:lpstr>Calibri</vt:lpstr>
      <vt:lpstr>Office Theme</vt:lpstr>
      <vt:lpstr>My History</vt:lpstr>
      <vt:lpstr>Generation-1:Grand Father’s -Pots &amp; Business</vt:lpstr>
      <vt:lpstr>Generation-2: Construction Managers &amp; Construction items Business</vt:lpstr>
      <vt:lpstr>Generation-3: Present: Software, Marketing &amp; Teaching</vt:lpstr>
      <vt:lpstr>Training Program-Roles</vt:lpstr>
      <vt:lpstr>Data Science</vt:lpstr>
      <vt:lpstr>Data Engineering</vt:lpstr>
      <vt:lpstr>Data Analysis</vt:lpstr>
      <vt:lpstr>DevOps</vt:lpstr>
      <vt:lpstr>Training Free  No Payment</vt:lpstr>
      <vt:lpstr>Training Method</vt:lpstr>
      <vt:lpstr>PowerPoint 演示文稿</vt:lpstr>
      <vt:lpstr>Qualification</vt:lpstr>
      <vt:lpstr>Pre-Project Assignment/Apprentice/Shadow Project</vt:lpstr>
      <vt:lpstr>Project Assignment</vt:lpstr>
      <vt:lpstr>Benefits </vt:lpstr>
      <vt:lpstr>Risks</vt:lpstr>
      <vt:lpstr>Taken Care</vt:lpstr>
      <vt:lpstr>Objective</vt:lpstr>
      <vt:lpstr>My Team  1 Year of Journey</vt:lpstr>
      <vt:lpstr>My Team</vt:lpstr>
      <vt:lpstr>My Team</vt:lpstr>
      <vt:lpstr>Deployed &amp; Running status</vt:lpstr>
      <vt:lpstr>Team Experience</vt:lpstr>
      <vt:lpstr>comments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</dc:title>
  <dc:creator>pulivarthi.paramatma@outlook.com</dc:creator>
  <cp:lastModifiedBy>hp</cp:lastModifiedBy>
  <cp:revision>37</cp:revision>
  <dcterms:created xsi:type="dcterms:W3CDTF">2023-03-21T20:30:00Z</dcterms:created>
  <dcterms:modified xsi:type="dcterms:W3CDTF">2023-09-27T07:16:37Z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66C66B49DC9342FB81627DD5C535EED1_12</vt:lpwstr>
  </property>
  <property fmtid="{D5CDD505-2E9C-101B-9397-08002B2CF9AE}" pid="3" name="KSOProductBuildVer">
    <vt:lpwstr>1033-12.2.0.13215</vt:lpwstr>
  </property>
</Properties>
</file>